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4155"/>
      </a:dk2>
      <a:lt2>
        <a:srgbClr val="EEECE1"/>
      </a:lt2>
      <a:accent1>
        <a:srgbClr val="0F766E"/>
      </a:accent1>
      <a:accent2>
        <a:srgbClr val="B45309"/>
      </a:accent2>
      <a:accent3>
        <a:srgbClr val="7C3AE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Liberation Serif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